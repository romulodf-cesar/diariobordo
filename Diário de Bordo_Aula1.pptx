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avaliações</a:t>
            </a:r>
          </a:p>
        </c:rich>
      </c:tx>
      <c:layout>
        <c:manualLayout>
          <c:xMode val="edge"/>
          <c:yMode val="edge"/>
          <c:x val="0.29313513116824463"/>
          <c:y val="3.20048223959162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F5-4DC8-85A2-D9BC388624F3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F5-4DC8-85A2-D9BC388624F3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F5-4DC8-85A2-D9BC388624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43207248"/>
        <c:axId val="1914126544"/>
      </c:barChart>
      <c:catAx>
        <c:axId val="18432072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14126544"/>
        <c:crosses val="autoZero"/>
        <c:auto val="1"/>
        <c:lblAlgn val="ctr"/>
        <c:lblOffset val="100"/>
        <c:noMultiLvlLbl val="0"/>
      </c:catAx>
      <c:valAx>
        <c:axId val="1914126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43207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503AE-612F-4951-AA89-B0793656C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61D36E-8015-4A7E-9353-E720AB613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F324D9-92D5-4839-B2D8-A1E7E45E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DFECD6-D8F9-4793-8D38-369E48BB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C1BFB1-4418-4149-AEEF-B38B426F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7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DAC49-48CD-4A03-9015-6C9F7045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49123-4BC8-4BD5-8B63-0460FC25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52603-A23E-4A33-B808-6C81000C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1AB4B2-E89E-4BE8-8A3F-5CE954916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406C3A-D549-433A-BE7A-A9812C2D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5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FF1F7-D234-4861-8CAE-13AC35B0B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11CAD3-66CC-40A3-91C2-88A238190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1E4AC9-B66C-4168-8B7F-0993D156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BE7358-6522-47E9-8D22-304C835E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823C61-7455-4912-8C6F-8C8BE510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9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318CC-637D-436D-94BF-CC7B5B89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F6D812-541C-4F60-A366-84BFCC90E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E090BD-3DBB-4B9E-BE06-1B30F93BC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C4F6E1-B2E9-42E8-B820-E6D05675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A9CA8F-FADF-49C7-AFC9-AE79AED7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8025FB-9870-4324-AFFD-5672C129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51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F3C6C-55D0-4E7D-AFF6-ED1C8D50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486C0C-61BC-4DE1-882D-55064BB99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9D2A78-E9D9-489D-B45D-6CC464420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D21BD8F-ED0E-456D-BEDB-F9B03126F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0B0835-6F90-435C-8BF5-AEF6DEE8C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27ED92-702A-4963-A662-46C1F3F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BC6F02A-41B6-4DD3-A5A4-879A3F8B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4FC84D-8BEF-4FFB-ACFA-F7F2BF65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65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E313C-D895-4D0A-9439-2E24ADDF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0FD944-055E-411F-95F0-BC7AF301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AA13A4-07C9-4E60-BFA3-FAE126C7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C3E938-9625-46F4-B11E-7C6FE76A9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16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F0CC549-0363-4DC8-9365-9872D72C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732B86-8355-404A-A44F-94065E3B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2CD29C-14E3-493D-BB7E-B9B434A2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38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A3AE9-A4DC-4E95-897E-CB78024A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A4F8DD-B655-4DEA-9F2F-F091B6D0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D5ADF3-408D-4811-83B7-2D2D8979E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4F639A-B416-455E-9754-204DEFF51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D9EDA3-61BF-4366-9D39-8B40FB92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C89363-58FE-4C3F-8FF7-95158918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90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02DFA-8ECE-4C57-9E3C-7688E47C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5D18ADC-A4BC-42E2-84A7-BCA925EA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07CD28-B728-4FCC-A407-E39B42FC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EE5640-BA15-4647-8942-42244BD5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484BDE-FDD8-4FE5-A13F-84EE9F3E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D4F0CD-F35B-4CDA-858F-E166ADC4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436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170FA-7974-4508-9B96-65DC7A0E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1F1FF0-905B-4FF3-B86E-760862A5F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AEFB1F-510E-4109-9899-41D0BA77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D74372-EB0D-44E7-8D60-2A782D21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456905-8143-46C7-B13F-330A1637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879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D250C0-5230-4F4F-82F7-46C6619387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E2B9E4-957B-4B72-B688-9D05C9474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DDA7AF-CC34-47D1-9F25-AD07179B4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96B29F-FE71-48F3-8ABD-C5B56413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06B60-F322-4DF9-B176-99694F7E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305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7C9233A-BD07-435B-9D40-A4B54CA3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B1D265-91BF-4537-91FC-DDC4D8107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ABA63D-84AD-4909-8980-0F00F5B97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2B36F-31E4-4517-ABED-FA211C1E86CC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0AF759-F1CE-41F0-A51A-E01EA1EEF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8317FB-F201-411E-BFE3-D70A48353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241A5-182F-4748-9B91-65C9E4FDF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34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2D641-BEFF-422E-9BEF-48947314BC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Diário de Bordo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62BBB4-F76A-4100-848B-835B4A5E69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O amigo da aprendizagem</a:t>
            </a:r>
          </a:p>
        </p:txBody>
      </p:sp>
    </p:spTree>
    <p:extLst>
      <p:ext uri="{BB962C8B-B14F-4D97-AF65-F5344CB8AC3E}">
        <p14:creationId xmlns:p14="http://schemas.microsoft.com/office/powerpoint/2010/main" val="2261390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7A972-7DD8-4019-83EE-8C7BFDFC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Tecnologias e Metodologias (</a:t>
            </a:r>
            <a:r>
              <a:rPr lang="pt-BR" dirty="0" err="1"/>
              <a:t>stack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F5F0EB-27FE-46A3-9543-AD1A9C244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 err="1"/>
              <a:t>React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React</a:t>
            </a:r>
            <a:r>
              <a:rPr lang="pt-BR" dirty="0"/>
              <a:t> </a:t>
            </a:r>
            <a:r>
              <a:rPr lang="pt-BR" dirty="0" err="1"/>
              <a:t>Native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Python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Django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MySQL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Scrum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Kanbam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Trello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Git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GitHub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9484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87144-2C28-4E96-BA99-1217F32D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Python (</a:t>
            </a:r>
            <a:r>
              <a:rPr lang="pt-BR" dirty="0" err="1"/>
              <a:t>BackEnd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6E89A-FF03-4429-BE83-1ADDF5B36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Lógica Afiada</a:t>
            </a:r>
          </a:p>
          <a:p>
            <a:r>
              <a:rPr lang="pt-BR" dirty="0"/>
              <a:t>Orientação a Objetos (para ministrar um treinamento)</a:t>
            </a:r>
          </a:p>
          <a:p>
            <a:pPr lvl="1"/>
            <a:r>
              <a:rPr lang="pt-BR" dirty="0"/>
              <a:t>Objeto</a:t>
            </a:r>
          </a:p>
          <a:p>
            <a:pPr lvl="1"/>
            <a:r>
              <a:rPr lang="pt-BR" dirty="0"/>
              <a:t>Classe</a:t>
            </a:r>
          </a:p>
          <a:p>
            <a:pPr lvl="1"/>
            <a:r>
              <a:rPr lang="pt-BR" dirty="0"/>
              <a:t>Atributo</a:t>
            </a:r>
          </a:p>
          <a:p>
            <a:pPr lvl="1"/>
            <a:r>
              <a:rPr lang="pt-BR" dirty="0"/>
              <a:t>Método</a:t>
            </a:r>
          </a:p>
          <a:p>
            <a:pPr lvl="1"/>
            <a:r>
              <a:rPr lang="pt-BR" dirty="0"/>
              <a:t>Herança</a:t>
            </a:r>
          </a:p>
          <a:p>
            <a:r>
              <a:rPr lang="pt-BR" dirty="0"/>
              <a:t>Integração com FRONT e Banco</a:t>
            </a:r>
          </a:p>
        </p:txBody>
      </p:sp>
    </p:spTree>
    <p:extLst>
      <p:ext uri="{BB962C8B-B14F-4D97-AF65-F5344CB8AC3E}">
        <p14:creationId xmlns:p14="http://schemas.microsoft.com/office/powerpoint/2010/main" val="167240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64B9E-79F2-4019-A51D-7D8764ED7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13837F-6296-4E6F-981A-7C334016E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Concepção</a:t>
            </a:r>
          </a:p>
          <a:p>
            <a:r>
              <a:rPr lang="pt-BR" dirty="0"/>
              <a:t>Identificação de Entidades</a:t>
            </a:r>
          </a:p>
          <a:p>
            <a:r>
              <a:rPr lang="pt-BR" dirty="0"/>
              <a:t>Identificação de Atributos</a:t>
            </a:r>
          </a:p>
          <a:p>
            <a:r>
              <a:rPr lang="pt-BR" dirty="0"/>
              <a:t>Identificação de relacionamentos</a:t>
            </a:r>
          </a:p>
          <a:p>
            <a:r>
              <a:rPr lang="pt-BR" dirty="0"/>
              <a:t>Identificação de Cardinalidades</a:t>
            </a:r>
          </a:p>
          <a:p>
            <a:r>
              <a:rPr lang="pt-BR" dirty="0"/>
              <a:t>Revisão do modelo conceitual</a:t>
            </a:r>
          </a:p>
          <a:p>
            <a:r>
              <a:rPr lang="pt-BR" dirty="0"/>
              <a:t>Gerar modelo lógico</a:t>
            </a:r>
          </a:p>
          <a:p>
            <a:r>
              <a:rPr lang="pt-BR" dirty="0"/>
              <a:t>Implementar modelo físico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005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CD6E8-D77A-43F7-B6E8-A7F91992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FrontEnd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E6331D-21CA-4B2C-A1EC-4FE20FC9A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HTML</a:t>
            </a:r>
          </a:p>
          <a:p>
            <a:r>
              <a:rPr lang="pt-BR" dirty="0"/>
              <a:t>CSS</a:t>
            </a:r>
          </a:p>
          <a:p>
            <a:r>
              <a:rPr lang="pt-BR" dirty="0" err="1"/>
              <a:t>JavaScript</a:t>
            </a:r>
            <a:endParaRPr lang="pt-BR" dirty="0"/>
          </a:p>
          <a:p>
            <a:r>
              <a:rPr lang="pt-BR" dirty="0"/>
              <a:t>DOM</a:t>
            </a:r>
          </a:p>
          <a:p>
            <a:r>
              <a:rPr lang="pt-BR" dirty="0" err="1"/>
              <a:t>React</a:t>
            </a:r>
            <a:r>
              <a:rPr lang="pt-BR" dirty="0"/>
              <a:t> DOM</a:t>
            </a:r>
          </a:p>
          <a:p>
            <a:r>
              <a:rPr lang="pt-BR" dirty="0" err="1"/>
              <a:t>React</a:t>
            </a:r>
            <a:r>
              <a:rPr lang="pt-BR" dirty="0"/>
              <a:t> </a:t>
            </a:r>
            <a:r>
              <a:rPr lang="pt-BR" dirty="0" err="1"/>
              <a:t>Native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062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7089E9-67B3-4F9C-9681-92C4AB58DEDE}"/>
              </a:ext>
            </a:extLst>
          </p:cNvPr>
          <p:cNvSpPr/>
          <p:nvPr/>
        </p:nvSpPr>
        <p:spPr>
          <a:xfrm>
            <a:off x="439947" y="2001328"/>
            <a:ext cx="2061713" cy="2096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Mobile Android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95A4E89-8EDA-4C30-BBA0-21E5A9220514}"/>
              </a:ext>
            </a:extLst>
          </p:cNvPr>
          <p:cNvSpPr/>
          <p:nvPr/>
        </p:nvSpPr>
        <p:spPr>
          <a:xfrm>
            <a:off x="5065143" y="2001327"/>
            <a:ext cx="2061713" cy="2096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API </a:t>
            </a:r>
            <a:r>
              <a:rPr lang="pt-BR" dirty="0" err="1"/>
              <a:t>RESTFull</a:t>
            </a:r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A27763C6-78D2-4D36-B7E8-C4C9266C46BB}"/>
              </a:ext>
            </a:extLst>
          </p:cNvPr>
          <p:cNvCxnSpPr/>
          <p:nvPr/>
        </p:nvCxnSpPr>
        <p:spPr>
          <a:xfrm>
            <a:off x="2734574" y="2777706"/>
            <a:ext cx="208759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562F869-B943-4BB7-B34F-C15B9DDD6799}"/>
              </a:ext>
            </a:extLst>
          </p:cNvPr>
          <p:cNvCxnSpPr>
            <a:cxnSpLocks/>
          </p:cNvCxnSpPr>
          <p:nvPr/>
        </p:nvCxnSpPr>
        <p:spPr>
          <a:xfrm flipH="1">
            <a:off x="2734574" y="3344176"/>
            <a:ext cx="201858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uxograma: Disco Magnético 8">
            <a:extLst>
              <a:ext uri="{FF2B5EF4-FFF2-40B4-BE49-F238E27FC236}">
                <a16:creationId xmlns:a16="http://schemas.microsoft.com/office/drawing/2014/main" id="{A6FD9158-7AEB-48FE-8AB5-7ECF7C592E8B}"/>
              </a:ext>
            </a:extLst>
          </p:cNvPr>
          <p:cNvSpPr/>
          <p:nvPr/>
        </p:nvSpPr>
        <p:spPr>
          <a:xfrm>
            <a:off x="8367623" y="3873260"/>
            <a:ext cx="2467154" cy="198407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MySQL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DAE798FF-4381-44E1-8AE6-F0ED117648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203687"/>
              </p:ext>
            </p:extLst>
          </p:nvPr>
        </p:nvGraphicFramePr>
        <p:xfrm>
          <a:off x="9436819" y="793630"/>
          <a:ext cx="2738887" cy="1984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CAD3949-6055-4768-9AE3-5E6BEACDF7A0}"/>
              </a:ext>
            </a:extLst>
          </p:cNvPr>
          <p:cNvCxnSpPr/>
          <p:nvPr/>
        </p:nvCxnSpPr>
        <p:spPr>
          <a:xfrm>
            <a:off x="7315200" y="3873260"/>
            <a:ext cx="966158" cy="80225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BD2E92D1-7176-48D2-B3F3-035D2F7A8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1063"/>
              </p:ext>
            </p:extLst>
          </p:nvPr>
        </p:nvGraphicFramePr>
        <p:xfrm>
          <a:off x="6348083" y="904331"/>
          <a:ext cx="290039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098">
                  <a:extLst>
                    <a:ext uri="{9D8B030D-6E8A-4147-A177-3AD203B41FA5}">
                      <a16:colId xmlns:a16="http://schemas.microsoft.com/office/drawing/2014/main" val="4097667750"/>
                    </a:ext>
                  </a:extLst>
                </a:gridCol>
                <a:gridCol w="725098">
                  <a:extLst>
                    <a:ext uri="{9D8B030D-6E8A-4147-A177-3AD203B41FA5}">
                      <a16:colId xmlns:a16="http://schemas.microsoft.com/office/drawing/2014/main" val="131829989"/>
                    </a:ext>
                  </a:extLst>
                </a:gridCol>
                <a:gridCol w="725098">
                  <a:extLst>
                    <a:ext uri="{9D8B030D-6E8A-4147-A177-3AD203B41FA5}">
                      <a16:colId xmlns:a16="http://schemas.microsoft.com/office/drawing/2014/main" val="2350130681"/>
                    </a:ext>
                  </a:extLst>
                </a:gridCol>
                <a:gridCol w="725098">
                  <a:extLst>
                    <a:ext uri="{9D8B030D-6E8A-4147-A177-3AD203B41FA5}">
                      <a16:colId xmlns:a16="http://schemas.microsoft.com/office/drawing/2014/main" val="2993178298"/>
                    </a:ext>
                  </a:extLst>
                </a:gridCol>
              </a:tblGrid>
              <a:tr h="174779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404118"/>
                  </a:ext>
                </a:extLst>
              </a:tr>
              <a:tr h="273345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28421"/>
                  </a:ext>
                </a:extLst>
              </a:tr>
            </a:tbl>
          </a:graphicData>
        </a:graphic>
      </p:graphicFrame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E585D532-28E5-4BFA-B8C2-4CD4F2462634}"/>
              </a:ext>
            </a:extLst>
          </p:cNvPr>
          <p:cNvSpPr/>
          <p:nvPr/>
        </p:nvSpPr>
        <p:spPr>
          <a:xfrm rot="20014530">
            <a:off x="7368314" y="2212815"/>
            <a:ext cx="1371600" cy="5607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62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2A1ED2F-7DE2-4B95-8ED2-A55C364A6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834" y="2337758"/>
            <a:ext cx="6729084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04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0E973FF-0C93-432D-B10D-A6C1AD35A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7076"/>
            <a:ext cx="12192000" cy="526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2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64FE130-88EF-4587-BE84-458D7B9A6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595312"/>
            <a:ext cx="111633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70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BAD7D3C-77DD-4BC4-9D24-79FE11558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7" y="2309812"/>
            <a:ext cx="705802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38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6DC9541-3BA4-45E0-AAEB-BE9B9C87E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56" y="2357797"/>
            <a:ext cx="7369087" cy="144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12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F2831-02D8-4199-B75D-279B0704D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2F4298-141F-49C5-B118-91CFE6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CMS: gerenciador de conteúdo de notícias</a:t>
            </a:r>
          </a:p>
        </p:txBody>
      </p:sp>
    </p:spTree>
    <p:extLst>
      <p:ext uri="{BB962C8B-B14F-4D97-AF65-F5344CB8AC3E}">
        <p14:creationId xmlns:p14="http://schemas.microsoft.com/office/powerpoint/2010/main" val="4205513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C8D1F-FF99-4894-A8DD-12A17C8CB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Quem usa?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02E789-F696-46AF-94BA-718F8BE39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Spotify</a:t>
            </a:r>
            <a:endParaRPr lang="pt-BR" dirty="0"/>
          </a:p>
          <a:p>
            <a:r>
              <a:rPr lang="pt-BR" dirty="0"/>
              <a:t>Instagram</a:t>
            </a:r>
          </a:p>
        </p:txBody>
      </p:sp>
    </p:spTree>
    <p:extLst>
      <p:ext uri="{BB962C8B-B14F-4D97-AF65-F5344CB8AC3E}">
        <p14:creationId xmlns:p14="http://schemas.microsoft.com/office/powerpoint/2010/main" val="92930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399F8D2-992F-4896-9E48-B47628DA7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9" y="886945"/>
            <a:ext cx="3358692" cy="162086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38480D6-0C9E-4183-9733-1A8FD0B54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024" y="974150"/>
            <a:ext cx="7369087" cy="144645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E72C66D-A3FD-4F68-B1FA-66C60DA573D1}"/>
              </a:ext>
            </a:extLst>
          </p:cNvPr>
          <p:cNvSpPr txBox="1"/>
          <p:nvPr/>
        </p:nvSpPr>
        <p:spPr>
          <a:xfrm>
            <a:off x="365583" y="2505075"/>
            <a:ext cx="195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Ambiente Virtual 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9FC1CF-7C41-461D-AF9B-1B91518006FC}"/>
              </a:ext>
            </a:extLst>
          </p:cNvPr>
          <p:cNvSpPr txBox="1"/>
          <p:nvPr/>
        </p:nvSpPr>
        <p:spPr>
          <a:xfrm>
            <a:off x="4581024" y="2505075"/>
            <a:ext cx="195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Ambiente Virtual 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3402D6-9830-497A-AFE7-B20A1E025E0D}"/>
              </a:ext>
            </a:extLst>
          </p:cNvPr>
          <p:cNvSpPr txBox="1"/>
          <p:nvPr/>
        </p:nvSpPr>
        <p:spPr>
          <a:xfrm>
            <a:off x="2648778" y="3579962"/>
            <a:ext cx="171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Ambiente SENAI</a:t>
            </a:r>
          </a:p>
        </p:txBody>
      </p:sp>
    </p:spTree>
    <p:extLst>
      <p:ext uri="{BB962C8B-B14F-4D97-AF65-F5344CB8AC3E}">
        <p14:creationId xmlns:p14="http://schemas.microsoft.com/office/powerpoint/2010/main" val="2939253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2D2CE83-6F08-450C-846C-06CE5C47C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326" y="2311879"/>
            <a:ext cx="6801801" cy="132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90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EE4B638-6726-401D-A945-42C04DEAD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1" y="952500"/>
            <a:ext cx="106013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82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D7E2C0A-C411-4DD3-B3E9-938A7035E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83" y="209549"/>
            <a:ext cx="3735630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20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96E4794-2826-497D-9916-73990741D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49" y="2794958"/>
            <a:ext cx="11535441" cy="12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33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4A4C749-A9E7-4E8E-8363-9FC875281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9" y="942975"/>
            <a:ext cx="11409955" cy="433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86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5CC9FC0-E282-4039-AF64-3976659B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54438"/>
            <a:ext cx="11106150" cy="344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68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BA8BDB8-0AD2-4F41-AE3B-7288C2BD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1" y="1448989"/>
            <a:ext cx="9039224" cy="380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8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EBC39FA-3A31-4540-AE0B-424B7BCDF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31" y="1047750"/>
            <a:ext cx="11035169" cy="40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41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BD7A956-2302-414F-BB7D-4DBF1795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640"/>
            <a:ext cx="12192000" cy="417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82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54B8FCE-F9F9-476A-BD86-00D8640CA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91633"/>
            <a:ext cx="10905066" cy="52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43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6147E54-6192-4468-935B-DECDCE0CF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68111"/>
            <a:ext cx="11849100" cy="362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27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5DE9C7E-8765-406D-945C-0F4907BBD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1542860"/>
            <a:ext cx="11524671" cy="377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8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18CCFCD-ECBE-4D70-8F34-A11E0E92E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88" y="2536166"/>
            <a:ext cx="11199962" cy="176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32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AC487F2-AF25-4F7A-B905-2E9ABD600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1066800"/>
            <a:ext cx="118205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41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B0536A-841B-414F-8DDE-ECA5687AC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419642"/>
            <a:ext cx="6353175" cy="520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04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9EEF200-E940-4E9C-BB33-67D4D33FD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91" y="1552575"/>
            <a:ext cx="8917417" cy="296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348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7C95F7D-4C26-464F-ABAC-0F548445F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48" y="399061"/>
            <a:ext cx="10172700" cy="8667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33E8FCB-69D2-4B8E-95FB-6E4AA7F0F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47" y="1529660"/>
            <a:ext cx="4737855" cy="393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99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6C2A4-8A05-4B2D-BA29-F8A0DBDA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Aula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9F40A2-9DAF-4ACF-9F3F-627D6DBD1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Diário de bordo ajudará na redução da evasão escolar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7769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D32D0F0-01A6-4D71-8964-A2419A5D4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537"/>
            <a:ext cx="6335024" cy="446922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A70877B-4A93-4D11-858C-11B7984C9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0" y="4365651"/>
            <a:ext cx="4457700" cy="80591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79066C9-A4EA-4F41-9ECC-A0CF46BEC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5469866"/>
            <a:ext cx="8077200" cy="6858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CD74D3B-330B-440F-B159-73D66F92C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92" y="702334"/>
            <a:ext cx="11185415" cy="9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77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55119-CDE6-422D-9B9B-4692D3501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.</a:t>
            </a:r>
            <a:r>
              <a:rPr lang="pt-BR" dirty="0" err="1"/>
              <a:t>gitignore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A92092-384C-4399-B346-C3A3C64AC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66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A418831-316C-4371-BC8F-F810B3703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072" y="580715"/>
            <a:ext cx="5182678" cy="565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38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9F525AB-7C43-432C-82C8-DCB11145C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069751"/>
            <a:ext cx="11572875" cy="437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412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C45D263-7D89-4FC4-B6E2-7FF0BF6FC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81" y="1990724"/>
            <a:ext cx="118417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986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8010821-9BA1-4E2D-A90E-8E6B90C8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519112"/>
            <a:ext cx="699135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53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13DC3FD-0C70-417F-9E18-C60CD017D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891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2E60E3F-E697-43BC-B6C8-BB2BEFD9D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12" y="2981325"/>
            <a:ext cx="49053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43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F8D8D9D-31EB-4FE1-ABAC-8D6A27D5D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98" y="2510287"/>
            <a:ext cx="8493603" cy="130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547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4ABC583-9517-4064-8395-1CAB648D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76450"/>
            <a:ext cx="110490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728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3C8203C-32DA-4748-8C24-59501190D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263180"/>
            <a:ext cx="10160074" cy="633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57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906B8FE-8FEF-4FB7-9BC0-9B37C1F55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2619375"/>
            <a:ext cx="107537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210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E7D7B6-8757-4D5D-A9B9-7BA7627F6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523875"/>
            <a:ext cx="841057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842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38238B9-9ED4-4EAC-8F1B-4FA7789D6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71" y="1333500"/>
            <a:ext cx="11770862" cy="376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972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86A41B4-C89F-4720-A3D3-C6ADBDE9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798" y="1782633"/>
            <a:ext cx="4521948" cy="200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240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04541C6-FDD5-4D71-8F77-28CEF3AC5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" y="866775"/>
            <a:ext cx="11845237" cy="504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120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A48DFC0-DEAC-459A-82BB-F9555EF8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386" y="1992702"/>
            <a:ext cx="3976238" cy="190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927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7F1466-B094-411A-A820-1925A4C99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984" y="2967335"/>
            <a:ext cx="10877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git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remote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add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origin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https://github.com/romulodf-cesar/diariobordo.git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6562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916D74A-7353-46C9-8009-7C0CBC19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2105025"/>
            <a:ext cx="116681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17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82A20F8-A351-449B-BA69-0ED535BCC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625" y="2527539"/>
            <a:ext cx="10021665" cy="116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637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140</Words>
  <Application>Microsoft Office PowerPoint</Application>
  <PresentationFormat>Widescreen</PresentationFormat>
  <Paragraphs>54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7" baseType="lpstr">
      <vt:lpstr>Arial Unicode MS</vt:lpstr>
      <vt:lpstr>Arial</vt:lpstr>
      <vt:lpstr>Calibri</vt:lpstr>
      <vt:lpstr>Calibri Light</vt:lpstr>
      <vt:lpstr>Tema do Office</vt:lpstr>
      <vt:lpstr>Diário de Bordo</vt:lpstr>
      <vt:lpstr>Tecnologias e Metodologias (stack)</vt:lpstr>
      <vt:lpstr>Python (BackEnd)</vt:lpstr>
      <vt:lpstr>Banco de Dados</vt:lpstr>
      <vt:lpstr>FrontEnd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Motivo</vt:lpstr>
      <vt:lpstr>Quem usa?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Aula 2</vt:lpstr>
      <vt:lpstr>Apresentação do PowerPoint</vt:lpstr>
      <vt:lpstr>.gitignore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Diário de Bordo</dc:title>
  <dc:creator>PROFESSOR</dc:creator>
  <cp:lastModifiedBy>PROFESSOR</cp:lastModifiedBy>
  <cp:revision>11</cp:revision>
  <dcterms:created xsi:type="dcterms:W3CDTF">2026-02-09T20:36:54Z</dcterms:created>
  <dcterms:modified xsi:type="dcterms:W3CDTF">2026-02-10T21:05:17Z</dcterms:modified>
</cp:coreProperties>
</file>